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61" r:id="rId6"/>
    <p:sldId id="262" r:id="rId7"/>
    <p:sldId id="263" r:id="rId8"/>
    <p:sldId id="264" r:id="rId9"/>
    <p:sldId id="260" r:id="rId10"/>
    <p:sldId id="258" r:id="rId11"/>
    <p:sldId id="265" r:id="rId12"/>
    <p:sldId id="259" r:id="rId13"/>
    <p:sldId id="256" r:id="rId14"/>
    <p:sldId id="266" r:id="rId15"/>
    <p:sldId id="267" r:id="rId16"/>
    <p:sldId id="268" r:id="rId17"/>
    <p:sldId id="269" r:id="rId1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797D720-1617-4494-AC3F-7413F9BE9B2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B6FE57B3-4207-4C7E-92F4-356DEF24E1CC}">
      <dgm:prSet/>
      <dgm:spPr/>
      <dgm:t>
        <a:bodyPr/>
        <a:lstStyle/>
        <a:p>
          <a:r>
            <a:rPr lang="es-ES"/>
            <a:t>Requirements</a:t>
          </a:r>
          <a:endParaRPr lang="en-US"/>
        </a:p>
      </dgm:t>
    </dgm:pt>
    <dgm:pt modelId="{0CF50593-BC86-4EA0-ABBB-0D71286A55AF}" type="parTrans" cxnId="{6F986BAF-7F81-4FA8-BF0B-7A75D17F2EA0}">
      <dgm:prSet/>
      <dgm:spPr/>
      <dgm:t>
        <a:bodyPr/>
        <a:lstStyle/>
        <a:p>
          <a:endParaRPr lang="en-US"/>
        </a:p>
      </dgm:t>
    </dgm:pt>
    <dgm:pt modelId="{A72899FA-3750-4606-911E-17EA6F82DD52}" type="sibTrans" cxnId="{6F986BAF-7F81-4FA8-BF0B-7A75D17F2EA0}">
      <dgm:prSet/>
      <dgm:spPr/>
      <dgm:t>
        <a:bodyPr/>
        <a:lstStyle/>
        <a:p>
          <a:endParaRPr lang="en-US"/>
        </a:p>
      </dgm:t>
    </dgm:pt>
    <dgm:pt modelId="{517CD5AA-9B63-469E-BB28-F9D51AB64F21}">
      <dgm:prSet/>
      <dgm:spPr/>
      <dgm:t>
        <a:bodyPr/>
        <a:lstStyle/>
        <a:p>
          <a:r>
            <a:rPr lang="es-ES"/>
            <a:t>General Aspects</a:t>
          </a:r>
          <a:endParaRPr lang="en-US"/>
        </a:p>
      </dgm:t>
    </dgm:pt>
    <dgm:pt modelId="{BABB8F7F-E898-4CC6-9BD8-935EEEEECA5D}" type="parTrans" cxnId="{3927E102-95BA-4419-B9C8-EF665EDC3554}">
      <dgm:prSet/>
      <dgm:spPr/>
      <dgm:t>
        <a:bodyPr/>
        <a:lstStyle/>
        <a:p>
          <a:endParaRPr lang="en-US"/>
        </a:p>
      </dgm:t>
    </dgm:pt>
    <dgm:pt modelId="{145528C7-9FAB-4A1A-A470-3C35D4EC29FB}" type="sibTrans" cxnId="{3927E102-95BA-4419-B9C8-EF665EDC3554}">
      <dgm:prSet/>
      <dgm:spPr/>
      <dgm:t>
        <a:bodyPr/>
        <a:lstStyle/>
        <a:p>
          <a:endParaRPr lang="en-US"/>
        </a:p>
      </dgm:t>
    </dgm:pt>
    <dgm:pt modelId="{C513F3BA-27E8-4502-AFEF-40E55364270E}">
      <dgm:prSet/>
      <dgm:spPr/>
      <dgm:t>
        <a:bodyPr/>
        <a:lstStyle/>
        <a:p>
          <a:r>
            <a:rPr lang="es-ES"/>
            <a:t>Testing</a:t>
          </a:r>
          <a:endParaRPr lang="en-US"/>
        </a:p>
      </dgm:t>
    </dgm:pt>
    <dgm:pt modelId="{936692A2-332E-4213-92AA-62A37A78843C}" type="parTrans" cxnId="{7DB848DA-FEFD-4AEC-8C87-1FE8FCB2AD7C}">
      <dgm:prSet/>
      <dgm:spPr/>
      <dgm:t>
        <a:bodyPr/>
        <a:lstStyle/>
        <a:p>
          <a:endParaRPr lang="en-US"/>
        </a:p>
      </dgm:t>
    </dgm:pt>
    <dgm:pt modelId="{0718DB7B-6A74-4AAC-A312-781F0AC2EE81}" type="sibTrans" cxnId="{7DB848DA-FEFD-4AEC-8C87-1FE8FCB2AD7C}">
      <dgm:prSet/>
      <dgm:spPr/>
      <dgm:t>
        <a:bodyPr/>
        <a:lstStyle/>
        <a:p>
          <a:endParaRPr lang="en-US"/>
        </a:p>
      </dgm:t>
    </dgm:pt>
    <dgm:pt modelId="{F95D67DC-D7BB-4767-ADC9-81893F2A1247}">
      <dgm:prSet/>
      <dgm:spPr/>
      <dgm:t>
        <a:bodyPr/>
        <a:lstStyle/>
        <a:p>
          <a:r>
            <a:rPr lang="es-ES"/>
            <a:t>Example</a:t>
          </a:r>
          <a:endParaRPr lang="en-US"/>
        </a:p>
      </dgm:t>
    </dgm:pt>
    <dgm:pt modelId="{09D800EE-8F37-44F0-860F-2862D0AC2463}" type="parTrans" cxnId="{F465F279-FA87-4A24-B374-CB3265C76B6C}">
      <dgm:prSet/>
      <dgm:spPr/>
      <dgm:t>
        <a:bodyPr/>
        <a:lstStyle/>
        <a:p>
          <a:endParaRPr lang="en-US"/>
        </a:p>
      </dgm:t>
    </dgm:pt>
    <dgm:pt modelId="{4D09127D-B430-46A0-BBE5-0D17BD646B1E}" type="sibTrans" cxnId="{F465F279-FA87-4A24-B374-CB3265C76B6C}">
      <dgm:prSet/>
      <dgm:spPr/>
      <dgm:t>
        <a:bodyPr/>
        <a:lstStyle/>
        <a:p>
          <a:endParaRPr lang="en-US"/>
        </a:p>
      </dgm:t>
    </dgm:pt>
    <dgm:pt modelId="{2DA3446D-AED5-4934-B9B6-7535C701F8E8}" type="pres">
      <dgm:prSet presAssocID="{F797D720-1617-4494-AC3F-7413F9BE9B25}" presName="root" presStyleCnt="0">
        <dgm:presLayoutVars>
          <dgm:dir/>
          <dgm:resizeHandles val="exact"/>
        </dgm:presLayoutVars>
      </dgm:prSet>
      <dgm:spPr/>
    </dgm:pt>
    <dgm:pt modelId="{1A40CC61-7606-4780-83E6-BC04D42672BA}" type="pres">
      <dgm:prSet presAssocID="{B6FE57B3-4207-4C7E-92F4-356DEF24E1CC}" presName="compNode" presStyleCnt="0"/>
      <dgm:spPr/>
    </dgm:pt>
    <dgm:pt modelId="{F84FF32D-7D39-4F91-8118-BCA1C6A58224}" type="pres">
      <dgm:prSet presAssocID="{B6FE57B3-4207-4C7E-92F4-356DEF24E1CC}" presName="bgRect" presStyleLbl="bgShp" presStyleIdx="0" presStyleCnt="4"/>
      <dgm:spPr/>
    </dgm:pt>
    <dgm:pt modelId="{65F02F23-51F6-4809-B5C2-0020B2D180E6}" type="pres">
      <dgm:prSet presAssocID="{B6FE57B3-4207-4C7E-92F4-356DEF24E1C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BDFD8845-D3A2-468B-B617-A6097C4B0683}" type="pres">
      <dgm:prSet presAssocID="{B6FE57B3-4207-4C7E-92F4-356DEF24E1CC}" presName="spaceRect" presStyleCnt="0"/>
      <dgm:spPr/>
    </dgm:pt>
    <dgm:pt modelId="{536246BC-666D-4650-82E2-AF694E195503}" type="pres">
      <dgm:prSet presAssocID="{B6FE57B3-4207-4C7E-92F4-356DEF24E1CC}" presName="parTx" presStyleLbl="revTx" presStyleIdx="0" presStyleCnt="4">
        <dgm:presLayoutVars>
          <dgm:chMax val="0"/>
          <dgm:chPref val="0"/>
        </dgm:presLayoutVars>
      </dgm:prSet>
      <dgm:spPr/>
    </dgm:pt>
    <dgm:pt modelId="{15631B3A-C90C-4DB2-B170-2B2B155E4E74}" type="pres">
      <dgm:prSet presAssocID="{A72899FA-3750-4606-911E-17EA6F82DD52}" presName="sibTrans" presStyleCnt="0"/>
      <dgm:spPr/>
    </dgm:pt>
    <dgm:pt modelId="{3CE449C5-B489-4628-AD44-86A73485CBEB}" type="pres">
      <dgm:prSet presAssocID="{517CD5AA-9B63-469E-BB28-F9D51AB64F21}" presName="compNode" presStyleCnt="0"/>
      <dgm:spPr/>
    </dgm:pt>
    <dgm:pt modelId="{370DEEE6-E92E-47F0-9F14-0F68B24BC3C4}" type="pres">
      <dgm:prSet presAssocID="{517CD5AA-9B63-469E-BB28-F9D51AB64F21}" presName="bgRect" presStyleLbl="bgShp" presStyleIdx="1" presStyleCnt="4"/>
      <dgm:spPr/>
    </dgm:pt>
    <dgm:pt modelId="{790FE64B-EC09-4DAE-802C-E3A3426BB671}" type="pres">
      <dgm:prSet presAssocID="{517CD5AA-9B63-469E-BB28-F9D51AB64F2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ción"/>
        </a:ext>
      </dgm:extLst>
    </dgm:pt>
    <dgm:pt modelId="{FC343328-E55D-4A74-977F-62CBFE9FB43A}" type="pres">
      <dgm:prSet presAssocID="{517CD5AA-9B63-469E-BB28-F9D51AB64F21}" presName="spaceRect" presStyleCnt="0"/>
      <dgm:spPr/>
    </dgm:pt>
    <dgm:pt modelId="{D741544C-DC11-4F1A-A6DE-98650FC13A6C}" type="pres">
      <dgm:prSet presAssocID="{517CD5AA-9B63-469E-BB28-F9D51AB64F21}" presName="parTx" presStyleLbl="revTx" presStyleIdx="1" presStyleCnt="4">
        <dgm:presLayoutVars>
          <dgm:chMax val="0"/>
          <dgm:chPref val="0"/>
        </dgm:presLayoutVars>
      </dgm:prSet>
      <dgm:spPr/>
    </dgm:pt>
    <dgm:pt modelId="{11702772-A05D-4130-9FF7-2C59F796142E}" type="pres">
      <dgm:prSet presAssocID="{145528C7-9FAB-4A1A-A470-3C35D4EC29FB}" presName="sibTrans" presStyleCnt="0"/>
      <dgm:spPr/>
    </dgm:pt>
    <dgm:pt modelId="{FE2D2530-8BE1-417A-BE03-AAC4E269AD45}" type="pres">
      <dgm:prSet presAssocID="{C513F3BA-27E8-4502-AFEF-40E55364270E}" presName="compNode" presStyleCnt="0"/>
      <dgm:spPr/>
    </dgm:pt>
    <dgm:pt modelId="{DDF3D538-CAAC-4E6D-A309-613D483764D4}" type="pres">
      <dgm:prSet presAssocID="{C513F3BA-27E8-4502-AFEF-40E55364270E}" presName="bgRect" presStyleLbl="bgShp" presStyleIdx="2" presStyleCnt="4"/>
      <dgm:spPr/>
    </dgm:pt>
    <dgm:pt modelId="{9CF84AC6-7AD5-4D05-B058-776CC8DED8D1}" type="pres">
      <dgm:prSet presAssocID="{C513F3BA-27E8-4502-AFEF-40E55364270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8830C49C-2A38-4BA8-87B5-FE948F863508}" type="pres">
      <dgm:prSet presAssocID="{C513F3BA-27E8-4502-AFEF-40E55364270E}" presName="spaceRect" presStyleCnt="0"/>
      <dgm:spPr/>
    </dgm:pt>
    <dgm:pt modelId="{3639F15D-4CBC-4025-A9C4-2B2FFC3E5094}" type="pres">
      <dgm:prSet presAssocID="{C513F3BA-27E8-4502-AFEF-40E55364270E}" presName="parTx" presStyleLbl="revTx" presStyleIdx="2" presStyleCnt="4">
        <dgm:presLayoutVars>
          <dgm:chMax val="0"/>
          <dgm:chPref val="0"/>
        </dgm:presLayoutVars>
      </dgm:prSet>
      <dgm:spPr/>
    </dgm:pt>
    <dgm:pt modelId="{80F2925C-7029-4842-836B-ABD5789C61AE}" type="pres">
      <dgm:prSet presAssocID="{0718DB7B-6A74-4AAC-A312-781F0AC2EE81}" presName="sibTrans" presStyleCnt="0"/>
      <dgm:spPr/>
    </dgm:pt>
    <dgm:pt modelId="{AB2D0A80-9796-4399-9C3B-E189D2F35625}" type="pres">
      <dgm:prSet presAssocID="{F95D67DC-D7BB-4767-ADC9-81893F2A1247}" presName="compNode" presStyleCnt="0"/>
      <dgm:spPr/>
    </dgm:pt>
    <dgm:pt modelId="{1AC5D2D9-4852-48BD-9D1B-DD1DDA4CE012}" type="pres">
      <dgm:prSet presAssocID="{F95D67DC-D7BB-4767-ADC9-81893F2A1247}" presName="bgRect" presStyleLbl="bgShp" presStyleIdx="3" presStyleCnt="4"/>
      <dgm:spPr/>
    </dgm:pt>
    <dgm:pt modelId="{E4D04B4B-B95A-43B1-9AD6-780F445967B8}" type="pres">
      <dgm:prSet presAssocID="{F95D67DC-D7BB-4767-ADC9-81893F2A124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517D305F-836B-4E38-A59E-820DD83DBAA6}" type="pres">
      <dgm:prSet presAssocID="{F95D67DC-D7BB-4767-ADC9-81893F2A1247}" presName="spaceRect" presStyleCnt="0"/>
      <dgm:spPr/>
    </dgm:pt>
    <dgm:pt modelId="{C8E3D7F0-2FA5-4D6B-B7F0-DFE06F952DDA}" type="pres">
      <dgm:prSet presAssocID="{F95D67DC-D7BB-4767-ADC9-81893F2A124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927E102-95BA-4419-B9C8-EF665EDC3554}" srcId="{F797D720-1617-4494-AC3F-7413F9BE9B25}" destId="{517CD5AA-9B63-469E-BB28-F9D51AB64F21}" srcOrd="1" destOrd="0" parTransId="{BABB8F7F-E898-4CC6-9BD8-935EEEEECA5D}" sibTransId="{145528C7-9FAB-4A1A-A470-3C35D4EC29FB}"/>
    <dgm:cxn modelId="{77898C16-CC51-4A02-A448-1CEF8F302900}" type="presOf" srcId="{F797D720-1617-4494-AC3F-7413F9BE9B25}" destId="{2DA3446D-AED5-4934-B9B6-7535C701F8E8}" srcOrd="0" destOrd="0" presId="urn:microsoft.com/office/officeart/2018/2/layout/IconVerticalSolidList"/>
    <dgm:cxn modelId="{C8DE8F2A-FDEC-443C-9270-6E7343A72547}" type="presOf" srcId="{F95D67DC-D7BB-4767-ADC9-81893F2A1247}" destId="{C8E3D7F0-2FA5-4D6B-B7F0-DFE06F952DDA}" srcOrd="0" destOrd="0" presId="urn:microsoft.com/office/officeart/2018/2/layout/IconVerticalSolidList"/>
    <dgm:cxn modelId="{F465F279-FA87-4A24-B374-CB3265C76B6C}" srcId="{F797D720-1617-4494-AC3F-7413F9BE9B25}" destId="{F95D67DC-D7BB-4767-ADC9-81893F2A1247}" srcOrd="3" destOrd="0" parTransId="{09D800EE-8F37-44F0-860F-2862D0AC2463}" sibTransId="{4D09127D-B430-46A0-BBE5-0D17BD646B1E}"/>
    <dgm:cxn modelId="{0A048A9C-977A-40FC-A492-E56443767743}" type="presOf" srcId="{C513F3BA-27E8-4502-AFEF-40E55364270E}" destId="{3639F15D-4CBC-4025-A9C4-2B2FFC3E5094}" srcOrd="0" destOrd="0" presId="urn:microsoft.com/office/officeart/2018/2/layout/IconVerticalSolidList"/>
    <dgm:cxn modelId="{AD19C4A7-70D8-444A-A8C7-5944FA5673FC}" type="presOf" srcId="{B6FE57B3-4207-4C7E-92F4-356DEF24E1CC}" destId="{536246BC-666D-4650-82E2-AF694E195503}" srcOrd="0" destOrd="0" presId="urn:microsoft.com/office/officeart/2018/2/layout/IconVerticalSolidList"/>
    <dgm:cxn modelId="{8B1ACBAE-51A6-41A8-B750-AEC59CDA9A5F}" type="presOf" srcId="{517CD5AA-9B63-469E-BB28-F9D51AB64F21}" destId="{D741544C-DC11-4F1A-A6DE-98650FC13A6C}" srcOrd="0" destOrd="0" presId="urn:microsoft.com/office/officeart/2018/2/layout/IconVerticalSolidList"/>
    <dgm:cxn modelId="{6F986BAF-7F81-4FA8-BF0B-7A75D17F2EA0}" srcId="{F797D720-1617-4494-AC3F-7413F9BE9B25}" destId="{B6FE57B3-4207-4C7E-92F4-356DEF24E1CC}" srcOrd="0" destOrd="0" parTransId="{0CF50593-BC86-4EA0-ABBB-0D71286A55AF}" sibTransId="{A72899FA-3750-4606-911E-17EA6F82DD52}"/>
    <dgm:cxn modelId="{7DB848DA-FEFD-4AEC-8C87-1FE8FCB2AD7C}" srcId="{F797D720-1617-4494-AC3F-7413F9BE9B25}" destId="{C513F3BA-27E8-4502-AFEF-40E55364270E}" srcOrd="2" destOrd="0" parTransId="{936692A2-332E-4213-92AA-62A37A78843C}" sibTransId="{0718DB7B-6A74-4AAC-A312-781F0AC2EE81}"/>
    <dgm:cxn modelId="{4BA1880F-8F6C-4E06-BBB7-EB81ECAEC714}" type="presParOf" srcId="{2DA3446D-AED5-4934-B9B6-7535C701F8E8}" destId="{1A40CC61-7606-4780-83E6-BC04D42672BA}" srcOrd="0" destOrd="0" presId="urn:microsoft.com/office/officeart/2018/2/layout/IconVerticalSolidList"/>
    <dgm:cxn modelId="{69A1E0AB-7228-4E46-8E77-DF5416B1252C}" type="presParOf" srcId="{1A40CC61-7606-4780-83E6-BC04D42672BA}" destId="{F84FF32D-7D39-4F91-8118-BCA1C6A58224}" srcOrd="0" destOrd="0" presId="urn:microsoft.com/office/officeart/2018/2/layout/IconVerticalSolidList"/>
    <dgm:cxn modelId="{64154857-8DB2-4328-8C25-008D2FD95295}" type="presParOf" srcId="{1A40CC61-7606-4780-83E6-BC04D42672BA}" destId="{65F02F23-51F6-4809-B5C2-0020B2D180E6}" srcOrd="1" destOrd="0" presId="urn:microsoft.com/office/officeart/2018/2/layout/IconVerticalSolidList"/>
    <dgm:cxn modelId="{50F410B3-0D97-4F88-B746-24C12E434D4E}" type="presParOf" srcId="{1A40CC61-7606-4780-83E6-BC04D42672BA}" destId="{BDFD8845-D3A2-468B-B617-A6097C4B0683}" srcOrd="2" destOrd="0" presId="urn:microsoft.com/office/officeart/2018/2/layout/IconVerticalSolidList"/>
    <dgm:cxn modelId="{062DFED2-256B-483F-9247-BDF991B2AB42}" type="presParOf" srcId="{1A40CC61-7606-4780-83E6-BC04D42672BA}" destId="{536246BC-666D-4650-82E2-AF694E195503}" srcOrd="3" destOrd="0" presId="urn:microsoft.com/office/officeart/2018/2/layout/IconVerticalSolidList"/>
    <dgm:cxn modelId="{63481010-C7F3-49DB-B402-7329EEA66AC0}" type="presParOf" srcId="{2DA3446D-AED5-4934-B9B6-7535C701F8E8}" destId="{15631B3A-C90C-4DB2-B170-2B2B155E4E74}" srcOrd="1" destOrd="0" presId="urn:microsoft.com/office/officeart/2018/2/layout/IconVerticalSolidList"/>
    <dgm:cxn modelId="{DEC238A1-3908-4FB3-8332-4002FABF4C0F}" type="presParOf" srcId="{2DA3446D-AED5-4934-B9B6-7535C701F8E8}" destId="{3CE449C5-B489-4628-AD44-86A73485CBEB}" srcOrd="2" destOrd="0" presId="urn:microsoft.com/office/officeart/2018/2/layout/IconVerticalSolidList"/>
    <dgm:cxn modelId="{0D53540E-0298-4C85-8AA8-D8C418CD50DE}" type="presParOf" srcId="{3CE449C5-B489-4628-AD44-86A73485CBEB}" destId="{370DEEE6-E92E-47F0-9F14-0F68B24BC3C4}" srcOrd="0" destOrd="0" presId="urn:microsoft.com/office/officeart/2018/2/layout/IconVerticalSolidList"/>
    <dgm:cxn modelId="{C95D7A0D-8630-4C90-8EE4-32280A9EB145}" type="presParOf" srcId="{3CE449C5-B489-4628-AD44-86A73485CBEB}" destId="{790FE64B-EC09-4DAE-802C-E3A3426BB671}" srcOrd="1" destOrd="0" presId="urn:microsoft.com/office/officeart/2018/2/layout/IconVerticalSolidList"/>
    <dgm:cxn modelId="{486A7028-8312-47DA-9650-6E8BACBC48C7}" type="presParOf" srcId="{3CE449C5-B489-4628-AD44-86A73485CBEB}" destId="{FC343328-E55D-4A74-977F-62CBFE9FB43A}" srcOrd="2" destOrd="0" presId="urn:microsoft.com/office/officeart/2018/2/layout/IconVerticalSolidList"/>
    <dgm:cxn modelId="{8C035B94-29A8-4812-8EEA-BCD8A18D8EF5}" type="presParOf" srcId="{3CE449C5-B489-4628-AD44-86A73485CBEB}" destId="{D741544C-DC11-4F1A-A6DE-98650FC13A6C}" srcOrd="3" destOrd="0" presId="urn:microsoft.com/office/officeart/2018/2/layout/IconVerticalSolidList"/>
    <dgm:cxn modelId="{1CE79622-348A-4ABA-A5F5-7451E631191E}" type="presParOf" srcId="{2DA3446D-AED5-4934-B9B6-7535C701F8E8}" destId="{11702772-A05D-4130-9FF7-2C59F796142E}" srcOrd="3" destOrd="0" presId="urn:microsoft.com/office/officeart/2018/2/layout/IconVerticalSolidList"/>
    <dgm:cxn modelId="{E4447BC0-5CA7-4313-BDCD-F1E78B025980}" type="presParOf" srcId="{2DA3446D-AED5-4934-B9B6-7535C701F8E8}" destId="{FE2D2530-8BE1-417A-BE03-AAC4E269AD45}" srcOrd="4" destOrd="0" presId="urn:microsoft.com/office/officeart/2018/2/layout/IconVerticalSolidList"/>
    <dgm:cxn modelId="{B969855A-04DC-4EBD-905D-528FD7694AA3}" type="presParOf" srcId="{FE2D2530-8BE1-417A-BE03-AAC4E269AD45}" destId="{DDF3D538-CAAC-4E6D-A309-613D483764D4}" srcOrd="0" destOrd="0" presId="urn:microsoft.com/office/officeart/2018/2/layout/IconVerticalSolidList"/>
    <dgm:cxn modelId="{F502B56C-40EB-4B38-B66F-03332BE529F3}" type="presParOf" srcId="{FE2D2530-8BE1-417A-BE03-AAC4E269AD45}" destId="{9CF84AC6-7AD5-4D05-B058-776CC8DED8D1}" srcOrd="1" destOrd="0" presId="urn:microsoft.com/office/officeart/2018/2/layout/IconVerticalSolidList"/>
    <dgm:cxn modelId="{FED8E7A5-EE27-4798-93D9-AE6F88B08155}" type="presParOf" srcId="{FE2D2530-8BE1-417A-BE03-AAC4E269AD45}" destId="{8830C49C-2A38-4BA8-87B5-FE948F863508}" srcOrd="2" destOrd="0" presId="urn:microsoft.com/office/officeart/2018/2/layout/IconVerticalSolidList"/>
    <dgm:cxn modelId="{467491F1-C9C5-4D79-BA08-8F15CCFE44F6}" type="presParOf" srcId="{FE2D2530-8BE1-417A-BE03-AAC4E269AD45}" destId="{3639F15D-4CBC-4025-A9C4-2B2FFC3E5094}" srcOrd="3" destOrd="0" presId="urn:microsoft.com/office/officeart/2018/2/layout/IconVerticalSolidList"/>
    <dgm:cxn modelId="{77B048CF-B118-42F9-81B0-E3D66CA5A25D}" type="presParOf" srcId="{2DA3446D-AED5-4934-B9B6-7535C701F8E8}" destId="{80F2925C-7029-4842-836B-ABD5789C61AE}" srcOrd="5" destOrd="0" presId="urn:microsoft.com/office/officeart/2018/2/layout/IconVerticalSolidList"/>
    <dgm:cxn modelId="{33F3D224-451D-4603-A782-2108F6737ED3}" type="presParOf" srcId="{2DA3446D-AED5-4934-B9B6-7535C701F8E8}" destId="{AB2D0A80-9796-4399-9C3B-E189D2F35625}" srcOrd="6" destOrd="0" presId="urn:microsoft.com/office/officeart/2018/2/layout/IconVerticalSolidList"/>
    <dgm:cxn modelId="{2477EFB2-9F3A-4F95-B333-A41604FBC0FA}" type="presParOf" srcId="{AB2D0A80-9796-4399-9C3B-E189D2F35625}" destId="{1AC5D2D9-4852-48BD-9D1B-DD1DDA4CE012}" srcOrd="0" destOrd="0" presId="urn:microsoft.com/office/officeart/2018/2/layout/IconVerticalSolidList"/>
    <dgm:cxn modelId="{46DA6983-2507-4229-8AC4-0E185D379340}" type="presParOf" srcId="{AB2D0A80-9796-4399-9C3B-E189D2F35625}" destId="{E4D04B4B-B95A-43B1-9AD6-780F445967B8}" srcOrd="1" destOrd="0" presId="urn:microsoft.com/office/officeart/2018/2/layout/IconVerticalSolidList"/>
    <dgm:cxn modelId="{40A4A89F-2358-4241-87DB-207923FCC647}" type="presParOf" srcId="{AB2D0A80-9796-4399-9C3B-E189D2F35625}" destId="{517D305F-836B-4E38-A59E-820DD83DBAA6}" srcOrd="2" destOrd="0" presId="urn:microsoft.com/office/officeart/2018/2/layout/IconVerticalSolidList"/>
    <dgm:cxn modelId="{EF1B4431-6DCF-4AF2-8864-E660E2BA2720}" type="presParOf" srcId="{AB2D0A80-9796-4399-9C3B-E189D2F35625}" destId="{C8E3D7F0-2FA5-4D6B-B7F0-DFE06F952DD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4FF32D-7D39-4F91-8118-BCA1C6A58224}">
      <dsp:nvSpPr>
        <dsp:cNvPr id="0" name=""/>
        <dsp:cNvSpPr/>
      </dsp:nvSpPr>
      <dsp:spPr>
        <a:xfrm>
          <a:off x="0" y="231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F02F23-51F6-4809-B5C2-0020B2D180E6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6246BC-666D-4650-82E2-AF694E195503}">
      <dsp:nvSpPr>
        <dsp:cNvPr id="0" name=""/>
        <dsp:cNvSpPr/>
      </dsp:nvSpPr>
      <dsp:spPr>
        <a:xfrm>
          <a:off x="1357965" y="231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Requirements</a:t>
          </a:r>
          <a:endParaRPr lang="en-US" sz="2200" kern="1200"/>
        </a:p>
      </dsp:txBody>
      <dsp:txXfrm>
        <a:off x="1357965" y="2319"/>
        <a:ext cx="4887299" cy="1175727"/>
      </dsp:txXfrm>
    </dsp:sp>
    <dsp:sp modelId="{370DEEE6-E92E-47F0-9F14-0F68B24BC3C4}">
      <dsp:nvSpPr>
        <dsp:cNvPr id="0" name=""/>
        <dsp:cNvSpPr/>
      </dsp:nvSpPr>
      <dsp:spPr>
        <a:xfrm>
          <a:off x="0" y="147197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0FE64B-EC09-4DAE-802C-E3A3426BB671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41544C-DC11-4F1A-A6DE-98650FC13A6C}">
      <dsp:nvSpPr>
        <dsp:cNvPr id="0" name=""/>
        <dsp:cNvSpPr/>
      </dsp:nvSpPr>
      <dsp:spPr>
        <a:xfrm>
          <a:off x="1357965" y="147197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General Aspects</a:t>
          </a:r>
          <a:endParaRPr lang="en-US" sz="2200" kern="1200"/>
        </a:p>
      </dsp:txBody>
      <dsp:txXfrm>
        <a:off x="1357965" y="1471979"/>
        <a:ext cx="4887299" cy="1175727"/>
      </dsp:txXfrm>
    </dsp:sp>
    <dsp:sp modelId="{DDF3D538-CAAC-4E6D-A309-613D483764D4}">
      <dsp:nvSpPr>
        <dsp:cNvPr id="0" name=""/>
        <dsp:cNvSpPr/>
      </dsp:nvSpPr>
      <dsp:spPr>
        <a:xfrm>
          <a:off x="0" y="294163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F84AC6-7AD5-4D05-B058-776CC8DED8D1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39F15D-4CBC-4025-A9C4-2B2FFC3E5094}">
      <dsp:nvSpPr>
        <dsp:cNvPr id="0" name=""/>
        <dsp:cNvSpPr/>
      </dsp:nvSpPr>
      <dsp:spPr>
        <a:xfrm>
          <a:off x="1357965" y="294163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Testing</a:t>
          </a:r>
          <a:endParaRPr lang="en-US" sz="2200" kern="1200"/>
        </a:p>
      </dsp:txBody>
      <dsp:txXfrm>
        <a:off x="1357965" y="2941639"/>
        <a:ext cx="4887299" cy="1175727"/>
      </dsp:txXfrm>
    </dsp:sp>
    <dsp:sp modelId="{1AC5D2D9-4852-48BD-9D1B-DD1DDA4CE012}">
      <dsp:nvSpPr>
        <dsp:cNvPr id="0" name=""/>
        <dsp:cNvSpPr/>
      </dsp:nvSpPr>
      <dsp:spPr>
        <a:xfrm>
          <a:off x="0" y="441129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D04B4B-B95A-43B1-9AD6-780F445967B8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E3D7F0-2FA5-4D6B-B7F0-DFE06F952DDA}">
      <dsp:nvSpPr>
        <dsp:cNvPr id="0" name=""/>
        <dsp:cNvSpPr/>
      </dsp:nvSpPr>
      <dsp:spPr>
        <a:xfrm>
          <a:off x="1357965" y="441129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Example</a:t>
          </a:r>
          <a:endParaRPr lang="en-US" sz="2200" kern="1200"/>
        </a:p>
      </dsp:txBody>
      <dsp:txXfrm>
        <a:off x="1357965" y="4411299"/>
        <a:ext cx="4887299" cy="11757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3FFAD2-F808-5D1D-0F2C-38FA994494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013660E-518C-2303-3858-2027DC2CD6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338E33-E498-1DD3-B197-92EE67779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E2453-5BA2-4581-8297-93D9E117B24D}" type="datetimeFigureOut">
              <a:rPr lang="es-ES" smtClean="0"/>
              <a:t>04/07/2023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D58A4F4-388E-65FC-401B-6E3280710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9F4523-B300-234E-933D-FBF345DA3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79610-B810-46A7-9D9E-87479E967A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5393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4B24C8-2B0C-1287-57E3-6E1E8D186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9A3283-6A94-A57D-4BBF-865BBE83D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17FAA9-B6B4-7D73-0A0F-FC5E5745A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E2453-5BA2-4581-8297-93D9E117B24D}" type="datetimeFigureOut">
              <a:rPr lang="es-ES" smtClean="0"/>
              <a:t>04/07/2023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A52D7C8-FAAD-355A-C66E-FFC33C325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2B408C-6688-7805-A67E-B3838A9B8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79610-B810-46A7-9D9E-87479E967A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29891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AEF609-CB60-A68E-F14E-F9FAB117B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37F3A41-2271-9CCA-BE74-2EB079F81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B06FD8F-53C5-C2EA-8900-DE31FF2B1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E2453-5BA2-4581-8297-93D9E117B24D}" type="datetimeFigureOut">
              <a:rPr lang="es-ES" smtClean="0"/>
              <a:t>04/07/2023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6E1D73-AE9C-6670-9786-D5A04EB9F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DE331B-AF03-05E8-3EF0-A39B5E2F9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79610-B810-46A7-9D9E-87479E967A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1635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05C1F0-E932-2511-77B3-A12AE2080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A1BCCE-CE94-A28A-E11F-7ACB59E38E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F40314-7077-9F79-5706-99CD67C82C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D3BADDA-D007-0459-4937-2D8209EFD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E2453-5BA2-4581-8297-93D9E117B24D}" type="datetimeFigureOut">
              <a:rPr lang="es-ES" smtClean="0"/>
              <a:t>04/07/2023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E1560E7-9103-48E7-B9F0-43EB82C55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5175C59-834F-6D65-C0FD-0406C2E4A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79610-B810-46A7-9D9E-87479E967A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61123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4B7AA4-9790-3073-9A40-7FFC7B98E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EE851D1-5B12-434B-E213-4E4C8E282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215EAC2-1BF4-1E4A-6CCF-941541AB3C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77A740F-7546-B9F6-0E3E-3E865C51A0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42D7B53-B8FE-4F44-6FD0-1480717E01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BAF5D68-D706-267C-9C97-0441C7B2F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E2453-5BA2-4581-8297-93D9E117B24D}" type="datetimeFigureOut">
              <a:rPr lang="es-ES" smtClean="0"/>
              <a:t>04/07/2023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879113D-AC36-2B16-8411-21706D3B9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1CFF1FA-AFC4-D51F-BB85-272985074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79610-B810-46A7-9D9E-87479E967A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05304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EBA88E-124F-23DA-D5E4-1DA533613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F74469F-7856-CC7A-51E4-BF89C751B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E2453-5BA2-4581-8297-93D9E117B24D}" type="datetimeFigureOut">
              <a:rPr lang="es-ES" smtClean="0"/>
              <a:t>04/07/2023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20D8869-4F40-0977-9455-B1B023184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76AE824-7B83-36BE-6FBE-B9A9BF9AA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79610-B810-46A7-9D9E-87479E967A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6936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0DACEA0-89D8-717F-3045-E0736792C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E2453-5BA2-4581-8297-93D9E117B24D}" type="datetimeFigureOut">
              <a:rPr lang="es-ES" smtClean="0"/>
              <a:t>04/07/2023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BD678E1-CC37-0E16-C896-11C1C744C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DF70B1D-2B99-F317-A549-FB12DE441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79610-B810-46A7-9D9E-87479E967A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42252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50BA70-D995-F776-94C5-D0EBB58FD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0A183A-7AC1-AF5A-181F-F3700D01A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3B82E6E-8C13-B625-2500-738A0A110B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F4EC6BD-8021-971D-4EA1-BC8D4951B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E2453-5BA2-4581-8297-93D9E117B24D}" type="datetimeFigureOut">
              <a:rPr lang="es-ES" smtClean="0"/>
              <a:t>04/07/2023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2573EA1-BA10-5394-F9C0-936AA3D94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476A1D8-D625-E8FB-AA76-2F931818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79610-B810-46A7-9D9E-87479E967A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93107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5AF2C1-1F00-0A44-595B-CDA2D7B51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3D047FF-DE22-A697-6802-121FEEB49E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A16FD67-3972-6376-A619-57C8F3A444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56AEE58-DA46-7861-B79C-56BD426E2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E2453-5BA2-4581-8297-93D9E117B24D}" type="datetimeFigureOut">
              <a:rPr lang="es-ES" smtClean="0"/>
              <a:t>04/07/2023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33644C8-22B4-3984-6CAA-E0DA529CC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3B96116-9F7B-16E9-010D-767058136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79610-B810-46A7-9D9E-87479E967A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9070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31D46D-9BCA-CA9F-AA7B-0D6966B06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74F3A02-A275-8D9C-F5FF-2009FBA47B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C63A1B-A7C1-5F23-9E64-8BDF085AC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E2453-5BA2-4581-8297-93D9E117B24D}" type="datetimeFigureOut">
              <a:rPr lang="es-ES" smtClean="0"/>
              <a:t>04/07/2023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A6EEF21-74BA-4826-22C8-5F4EE0917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084BAE-FF54-584B-535C-AE0B1D3F6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79610-B810-46A7-9D9E-87479E967A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8249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519F3DC-04B5-955F-6E51-48F6AA32D9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EDEA139-35CA-38BD-1CBA-6AEF0CA830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3CB46A-E727-9804-CD74-5E625001A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E2453-5BA2-4581-8297-93D9E117B24D}" type="datetimeFigureOut">
              <a:rPr lang="es-ES" smtClean="0"/>
              <a:t>04/07/2023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424A42-19CC-ACD2-FBC4-EE2E3CC24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57552D-BA45-2250-E10D-831AEA2EB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79610-B810-46A7-9D9E-87479E967A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3141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84115F3-E804-C6B4-9A9F-BC248C402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E574359-9F6D-00C2-D4E3-D699AECA6D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934540-5088-F323-F015-31418A7C9D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DE2453-5BA2-4581-8297-93D9E117B24D}" type="datetimeFigureOut">
              <a:rPr lang="es-ES" smtClean="0"/>
              <a:t>04/07/2023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D7DC66-CCEE-7BE0-4AFE-58B4E25A9C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A028F3-1803-0FCF-1D96-3E88C69493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079610-B810-46A7-9D9E-87479E967A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42158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77C59BEC-C4CC-4741-B975-08C543178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2" name="Arc 61">
            <a:extLst>
              <a:ext uri="{FF2B5EF4-FFF2-40B4-BE49-F238E27FC236}">
                <a16:creationId xmlns:a16="http://schemas.microsoft.com/office/drawing/2014/main" id="{72DEF309-605D-4117-9340-6D589B6C3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6173" flipV="1">
            <a:off x="3930947" y="651615"/>
            <a:ext cx="4083433" cy="408343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Content Placeholder 56">
            <a:extLst>
              <a:ext uri="{FF2B5EF4-FFF2-40B4-BE49-F238E27FC236}">
                <a16:creationId xmlns:a16="http://schemas.microsoft.com/office/drawing/2014/main" id="{00B73504-72D8-466D-0FC6-A618DDF19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575" y="6305231"/>
            <a:ext cx="653536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Andrés Cadenas Blanco (UO282276)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77008" y="5228027"/>
            <a:ext cx="1107241" cy="10772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Marcador de contenido 4" descr="Logotipo&#10;&#10;Descripción generada automáticamente">
            <a:extLst>
              <a:ext uri="{FF2B5EF4-FFF2-40B4-BE49-F238E27FC236}">
                <a16:creationId xmlns:a16="http://schemas.microsoft.com/office/drawing/2014/main" id="{262B37BF-57EC-B9BB-B595-27F8C455E53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" b="-6"/>
          <a:stretch/>
        </p:blipFill>
        <p:spPr>
          <a:xfrm>
            <a:off x="3282130" y="272956"/>
            <a:ext cx="6312087" cy="6312087"/>
          </a:xfrm>
          <a:custGeom>
            <a:avLst/>
            <a:gdLst/>
            <a:ahLst/>
            <a:cxnLst/>
            <a:rect l="l" t="t" r="r" b="b"/>
            <a:pathLst>
              <a:path w="4221597" h="4303912">
                <a:moveTo>
                  <a:pt x="126986" y="0"/>
                </a:moveTo>
                <a:lnTo>
                  <a:pt x="4094611" y="0"/>
                </a:lnTo>
                <a:cubicBezTo>
                  <a:pt x="4164743" y="0"/>
                  <a:pt x="4221597" y="56854"/>
                  <a:pt x="4221597" y="126986"/>
                </a:cubicBezTo>
                <a:lnTo>
                  <a:pt x="4221597" y="4176926"/>
                </a:lnTo>
                <a:cubicBezTo>
                  <a:pt x="4221597" y="4247058"/>
                  <a:pt x="4164743" y="4303912"/>
                  <a:pt x="4094611" y="4303912"/>
                </a:cubicBezTo>
                <a:lnTo>
                  <a:pt x="126986" y="4303912"/>
                </a:lnTo>
                <a:cubicBezTo>
                  <a:pt x="56854" y="4303912"/>
                  <a:pt x="0" y="4247058"/>
                  <a:pt x="0" y="4176926"/>
                </a:cubicBezTo>
                <a:lnTo>
                  <a:pt x="0" y="126986"/>
                </a:lnTo>
                <a:cubicBezTo>
                  <a:pt x="0" y="56854"/>
                  <a:pt x="56854" y="0"/>
                  <a:pt x="126986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491086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932865-097C-3187-80C3-EB8086D81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s-ES" sz="8000" b="1"/>
              <a:t>Contents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Marcador de contenido 2">
            <a:extLst>
              <a:ext uri="{FF2B5EF4-FFF2-40B4-BE49-F238E27FC236}">
                <a16:creationId xmlns:a16="http://schemas.microsoft.com/office/drawing/2014/main" id="{89FE59E4-1582-54C5-BA37-AB5FED14D7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1227031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Marcador de contenido 4" descr="Logotipo&#10;&#10;Descripción generada automáticamente">
            <a:extLst>
              <a:ext uri="{FF2B5EF4-FFF2-40B4-BE49-F238E27FC236}">
                <a16:creationId xmlns:a16="http://schemas.microsoft.com/office/drawing/2014/main" id="{A58E513A-C69D-8AB1-0B36-5A0A1D6F7FA7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" b="-6"/>
          <a:stretch/>
        </p:blipFill>
        <p:spPr>
          <a:xfrm>
            <a:off x="118554" y="-405336"/>
            <a:ext cx="1854448" cy="1854448"/>
          </a:xfrm>
          <a:custGeom>
            <a:avLst/>
            <a:gdLst/>
            <a:ahLst/>
            <a:cxnLst/>
            <a:rect l="l" t="t" r="r" b="b"/>
            <a:pathLst>
              <a:path w="4221597" h="4303912">
                <a:moveTo>
                  <a:pt x="126986" y="0"/>
                </a:moveTo>
                <a:lnTo>
                  <a:pt x="4094611" y="0"/>
                </a:lnTo>
                <a:cubicBezTo>
                  <a:pt x="4164743" y="0"/>
                  <a:pt x="4221597" y="56854"/>
                  <a:pt x="4221597" y="126986"/>
                </a:cubicBezTo>
                <a:lnTo>
                  <a:pt x="4221597" y="4176926"/>
                </a:lnTo>
                <a:cubicBezTo>
                  <a:pt x="4221597" y="4247058"/>
                  <a:pt x="4164743" y="4303912"/>
                  <a:pt x="4094611" y="4303912"/>
                </a:cubicBezTo>
                <a:lnTo>
                  <a:pt x="126986" y="4303912"/>
                </a:lnTo>
                <a:cubicBezTo>
                  <a:pt x="56854" y="4303912"/>
                  <a:pt x="0" y="4247058"/>
                  <a:pt x="0" y="4176926"/>
                </a:cubicBezTo>
                <a:lnTo>
                  <a:pt x="0" y="126986"/>
                </a:lnTo>
                <a:cubicBezTo>
                  <a:pt x="0" y="56854"/>
                  <a:pt x="56854" y="0"/>
                  <a:pt x="126986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059696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1D7EC86-7CB9-431D-8AC3-8AAF0440B1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4B9777F-B610-419B-9193-80306388F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Arc">
            <a:extLst>
              <a:ext uri="{FF2B5EF4-FFF2-40B4-BE49-F238E27FC236}">
                <a16:creationId xmlns:a16="http://schemas.microsoft.com/office/drawing/2014/main" id="{311F016A-A753-449B-9EA6-322199B71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7715">
            <a:off x="1108520" y="775849"/>
            <a:ext cx="2987899" cy="2987899"/>
          </a:xfrm>
          <a:prstGeom prst="arc">
            <a:avLst>
              <a:gd name="adj1" fmla="val 16200000"/>
              <a:gd name="adj2" fmla="val 2287352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7F5166E-E070-A666-207D-CAC2C4824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42" y="1631043"/>
            <a:ext cx="442596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dirty="0"/>
              <a:t>Requirements</a:t>
            </a:r>
          </a:p>
        </p:txBody>
      </p:sp>
      <p:pic>
        <p:nvPicPr>
          <p:cNvPr id="5" name="Picture 4" descr="Rolls of blueprints">
            <a:extLst>
              <a:ext uri="{FF2B5EF4-FFF2-40B4-BE49-F238E27FC236}">
                <a16:creationId xmlns:a16="http://schemas.microsoft.com/office/drawing/2014/main" id="{05040D0B-8143-28F0-00D2-6C5775A74C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142" r="-2" b="-2"/>
          <a:stretch/>
        </p:blipFill>
        <p:spPr>
          <a:xfrm>
            <a:off x="5733768" y="-1"/>
            <a:ext cx="6458232" cy="6858001"/>
          </a:xfrm>
          <a:custGeom>
            <a:avLst/>
            <a:gdLst/>
            <a:ahLst/>
            <a:cxnLst/>
            <a:rect l="l" t="t" r="r" b="b"/>
            <a:pathLst>
              <a:path w="6458232" h="6858001">
                <a:moveTo>
                  <a:pt x="2209000" y="0"/>
                </a:moveTo>
                <a:lnTo>
                  <a:pt x="6458232" y="0"/>
                </a:lnTo>
                <a:lnTo>
                  <a:pt x="6458232" y="6858001"/>
                </a:lnTo>
                <a:lnTo>
                  <a:pt x="651045" y="6858001"/>
                </a:lnTo>
                <a:lnTo>
                  <a:pt x="635146" y="6830200"/>
                </a:lnTo>
                <a:cubicBezTo>
                  <a:pt x="230085" y="6080469"/>
                  <a:pt x="0" y="5221296"/>
                  <a:pt x="0" y="4308089"/>
                </a:cubicBezTo>
                <a:cubicBezTo>
                  <a:pt x="0" y="2572997"/>
                  <a:pt x="830606" y="1032965"/>
                  <a:pt x="2113832" y="68046"/>
                </a:cubicBezTo>
                <a:close/>
              </a:path>
            </a:pathLst>
          </a:custGeom>
        </p:spPr>
      </p:pic>
      <p:sp>
        <p:nvSpPr>
          <p:cNvPr id="15" name="!!Rectangle">
            <a:extLst>
              <a:ext uri="{FF2B5EF4-FFF2-40B4-BE49-F238E27FC236}">
                <a16:creationId xmlns:a16="http://schemas.microsoft.com/office/drawing/2014/main" id="{95106A28-883A-4993-BF9E-C403B81A8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94269" y="4274457"/>
            <a:ext cx="825256" cy="825256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!!Oval">
            <a:extLst>
              <a:ext uri="{FF2B5EF4-FFF2-40B4-BE49-F238E27FC236}">
                <a16:creationId xmlns:a16="http://schemas.microsoft.com/office/drawing/2014/main" id="{F5AE4E4F-9F4C-43ED-8299-9BD63B74E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742" y="5649686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Marcador de contenido 4" descr="Logotipo&#10;&#10;Descripción generada automáticamente">
            <a:extLst>
              <a:ext uri="{FF2B5EF4-FFF2-40B4-BE49-F238E27FC236}">
                <a16:creationId xmlns:a16="http://schemas.microsoft.com/office/drawing/2014/main" id="{4EC214D5-C9E1-6F90-E817-9FDEBE1E706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" b="-6"/>
          <a:stretch/>
        </p:blipFill>
        <p:spPr>
          <a:xfrm>
            <a:off x="118554" y="-405336"/>
            <a:ext cx="1854448" cy="1854448"/>
          </a:xfrm>
          <a:custGeom>
            <a:avLst/>
            <a:gdLst/>
            <a:ahLst/>
            <a:cxnLst/>
            <a:rect l="l" t="t" r="r" b="b"/>
            <a:pathLst>
              <a:path w="4221597" h="4303912">
                <a:moveTo>
                  <a:pt x="126986" y="0"/>
                </a:moveTo>
                <a:lnTo>
                  <a:pt x="4094611" y="0"/>
                </a:lnTo>
                <a:cubicBezTo>
                  <a:pt x="4164743" y="0"/>
                  <a:pt x="4221597" y="56854"/>
                  <a:pt x="4221597" y="126986"/>
                </a:cubicBezTo>
                <a:lnTo>
                  <a:pt x="4221597" y="4176926"/>
                </a:lnTo>
                <a:cubicBezTo>
                  <a:pt x="4221597" y="4247058"/>
                  <a:pt x="4164743" y="4303912"/>
                  <a:pt x="4094611" y="4303912"/>
                </a:cubicBezTo>
                <a:lnTo>
                  <a:pt x="126986" y="4303912"/>
                </a:lnTo>
                <a:cubicBezTo>
                  <a:pt x="56854" y="4303912"/>
                  <a:pt x="0" y="4247058"/>
                  <a:pt x="0" y="4176926"/>
                </a:cubicBezTo>
                <a:lnTo>
                  <a:pt x="0" y="126986"/>
                </a:lnTo>
                <a:cubicBezTo>
                  <a:pt x="0" y="56854"/>
                  <a:pt x="56854" y="0"/>
                  <a:pt x="126986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763114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501B18B-5712-17EF-32CA-8A03D22CC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s-ES" sz="4100" b="1" dirty="0" err="1">
                <a:solidFill>
                  <a:srgbClr val="FFFFFF"/>
                </a:solidFill>
              </a:rPr>
              <a:t>Requirements</a:t>
            </a:r>
            <a:endParaRPr lang="es-ES" sz="4100" b="1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03BE35-4781-4685-6360-FB39326C2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r>
              <a:rPr lang="es-ES" dirty="0"/>
              <a:t>SOLID</a:t>
            </a:r>
          </a:p>
          <a:p>
            <a:r>
              <a:rPr lang="es-ES" dirty="0" err="1"/>
              <a:t>Github</a:t>
            </a:r>
            <a:r>
              <a:rPr lang="es-ES" dirty="0"/>
              <a:t> Pages</a:t>
            </a:r>
          </a:p>
          <a:p>
            <a:r>
              <a:rPr lang="es-ES" dirty="0" err="1"/>
              <a:t>Gamification</a:t>
            </a:r>
            <a:endParaRPr lang="es-ES" dirty="0"/>
          </a:p>
          <a:p>
            <a:endParaRPr lang="es-ES" dirty="0"/>
          </a:p>
        </p:txBody>
      </p:sp>
      <p:pic>
        <p:nvPicPr>
          <p:cNvPr id="4" name="Marcador de contenido 4" descr="Logotipo&#10;&#10;Descripción generada automáticamente">
            <a:extLst>
              <a:ext uri="{FF2B5EF4-FFF2-40B4-BE49-F238E27FC236}">
                <a16:creationId xmlns:a16="http://schemas.microsoft.com/office/drawing/2014/main" id="{C8FEB7B1-E3F0-0BAB-B080-CD842610E6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" b="-6"/>
          <a:stretch/>
        </p:blipFill>
        <p:spPr>
          <a:xfrm>
            <a:off x="118554" y="-405336"/>
            <a:ext cx="1854448" cy="1854448"/>
          </a:xfrm>
          <a:custGeom>
            <a:avLst/>
            <a:gdLst/>
            <a:ahLst/>
            <a:cxnLst/>
            <a:rect l="l" t="t" r="r" b="b"/>
            <a:pathLst>
              <a:path w="4221597" h="4303912">
                <a:moveTo>
                  <a:pt x="126986" y="0"/>
                </a:moveTo>
                <a:lnTo>
                  <a:pt x="4094611" y="0"/>
                </a:lnTo>
                <a:cubicBezTo>
                  <a:pt x="4164743" y="0"/>
                  <a:pt x="4221597" y="56854"/>
                  <a:pt x="4221597" y="126986"/>
                </a:cubicBezTo>
                <a:lnTo>
                  <a:pt x="4221597" y="4176926"/>
                </a:lnTo>
                <a:cubicBezTo>
                  <a:pt x="4221597" y="4247058"/>
                  <a:pt x="4164743" y="4303912"/>
                  <a:pt x="4094611" y="4303912"/>
                </a:cubicBezTo>
                <a:lnTo>
                  <a:pt x="126986" y="4303912"/>
                </a:lnTo>
                <a:cubicBezTo>
                  <a:pt x="56854" y="4303912"/>
                  <a:pt x="0" y="4247058"/>
                  <a:pt x="0" y="4176926"/>
                </a:cubicBezTo>
                <a:lnTo>
                  <a:pt x="0" y="126986"/>
                </a:lnTo>
                <a:cubicBezTo>
                  <a:pt x="0" y="56854"/>
                  <a:pt x="56854" y="0"/>
                  <a:pt x="126986" y="0"/>
                </a:cubicBezTo>
                <a:close/>
              </a:path>
            </a:pathLst>
          </a:custGeom>
        </p:spPr>
      </p:pic>
      <p:pic>
        <p:nvPicPr>
          <p:cNvPr id="1028" name="Picture 4" descr="Create a static webpage with a contact form on Github pages - DEV Community">
            <a:extLst>
              <a:ext uri="{FF2B5EF4-FFF2-40B4-BE49-F238E27FC236}">
                <a16:creationId xmlns:a16="http://schemas.microsoft.com/office/drawing/2014/main" id="{A0A57F5D-16A6-EE6C-7C13-EFE5B7EEF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9453" y="3273723"/>
            <a:ext cx="2929647" cy="2929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Solid (proyecto de descentralización web) - Wikipedia, la enciclopedia libre">
            <a:extLst>
              <a:ext uri="{FF2B5EF4-FFF2-40B4-BE49-F238E27FC236}">
                <a16:creationId xmlns:a16="http://schemas.microsoft.com/office/drawing/2014/main" id="{9FB8EEB6-11DD-20CF-CC70-55F61B07FC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1249" y="1677560"/>
            <a:ext cx="2655651" cy="2655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Elemento de juego lightning pixel art, rayo de píxeles de juego. | Vector  Premium">
            <a:extLst>
              <a:ext uri="{FF2B5EF4-FFF2-40B4-BE49-F238E27FC236}">
                <a16:creationId xmlns:a16="http://schemas.microsoft.com/office/drawing/2014/main" id="{BCF1D85A-7948-2E8F-F536-0ABCD2E31D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402991">
            <a:off x="6371010" y="3924546"/>
            <a:ext cx="2304371" cy="2304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0226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21C5777-8646-4DF0-EDBB-06D70F80B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278" y="1233241"/>
            <a:ext cx="3240506" cy="4064628"/>
          </a:xfrm>
        </p:spPr>
        <p:txBody>
          <a:bodyPr>
            <a:normAutofit/>
          </a:bodyPr>
          <a:lstStyle/>
          <a:p>
            <a:r>
              <a:rPr lang="es-ES" b="1" dirty="0">
                <a:solidFill>
                  <a:srgbClr val="FFFFFF"/>
                </a:solidFill>
              </a:rPr>
              <a:t>Technologies</a:t>
            </a:r>
          </a:p>
        </p:txBody>
      </p:sp>
      <p:sp>
        <p:nvSpPr>
          <p:cNvPr id="19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D6DFBF-CA39-61A3-CC26-237B28044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/>
          </a:bodyPr>
          <a:lstStyle/>
          <a:p>
            <a:r>
              <a:rPr lang="es-ES" dirty="0" err="1"/>
              <a:t>TypeScript</a:t>
            </a:r>
            <a:endParaRPr lang="es-ES" dirty="0"/>
          </a:p>
          <a:p>
            <a:r>
              <a:rPr lang="es-ES" dirty="0" err="1"/>
              <a:t>React</a:t>
            </a:r>
            <a:endParaRPr lang="es-ES" dirty="0"/>
          </a:p>
          <a:p>
            <a:r>
              <a:rPr lang="es-ES" dirty="0" err="1"/>
              <a:t>Inrupt</a:t>
            </a:r>
            <a:endParaRPr lang="es-ES" dirty="0"/>
          </a:p>
          <a:p>
            <a:r>
              <a:rPr lang="es-ES" dirty="0"/>
              <a:t>Google </a:t>
            </a:r>
            <a:r>
              <a:rPr lang="es-ES" dirty="0" err="1"/>
              <a:t>Maps</a:t>
            </a:r>
            <a:r>
              <a:rPr lang="es-ES" dirty="0"/>
              <a:t> API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2050" name="Picture 2" descr="TypeScript - Wikipedia, la enciclopedia libre">
            <a:extLst>
              <a:ext uri="{FF2B5EF4-FFF2-40B4-BE49-F238E27FC236}">
                <a16:creationId xmlns:a16="http://schemas.microsoft.com/office/drawing/2014/main" id="{28D4D5E6-9DBC-CE9E-E194-D339F1259F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9095" y="3477732"/>
            <a:ext cx="1935804" cy="1935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rea tu primer proyecto en React.">
            <a:extLst>
              <a:ext uri="{FF2B5EF4-FFF2-40B4-BE49-F238E27FC236}">
                <a16:creationId xmlns:a16="http://schemas.microsoft.com/office/drawing/2014/main" id="{3EA8C0EE-CEEB-48E0-3A81-CA2F013B0F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5337" y="4700252"/>
            <a:ext cx="3282362" cy="2156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ome">
            <a:extLst>
              <a:ext uri="{FF2B5EF4-FFF2-40B4-BE49-F238E27FC236}">
                <a16:creationId xmlns:a16="http://schemas.microsoft.com/office/drawing/2014/main" id="{31C3BD52-DA62-5A3D-A4E5-DBC2C49705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66" y="3154219"/>
            <a:ext cx="2393005" cy="1256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Google Maps Platform | Google for Developers">
            <a:extLst>
              <a:ext uri="{FF2B5EF4-FFF2-40B4-BE49-F238E27FC236}">
                <a16:creationId xmlns:a16="http://schemas.microsoft.com/office/drawing/2014/main" id="{79B77A5D-E7F2-917F-C523-B046F5D48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3888" y="4142622"/>
            <a:ext cx="2393006" cy="1346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3349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9">
            <a:extLst>
              <a:ext uri="{FF2B5EF4-FFF2-40B4-BE49-F238E27FC236}">
                <a16:creationId xmlns:a16="http://schemas.microsoft.com/office/drawing/2014/main" id="{C8320351-9FA2-4A26-885B-BB8F3E490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68CD2EFB-78C2-4C6E-A6B9-4ED12FAD5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456B091-BFCF-EF26-F0B8-4CCCA64A5B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alphaModFix amt="60000"/>
          </a:blip>
          <a:srcRect l="14666" r="1" b="1"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6551D4A-86EB-8AB9-B3A6-02CF8D2C1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600427"/>
            <a:ext cx="9875520" cy="329990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200">
                <a:solidFill>
                  <a:srgbClr val="FFFFFF"/>
                </a:solidFill>
              </a:rPr>
              <a:t>General Aspects</a:t>
            </a:r>
          </a:p>
        </p:txBody>
      </p:sp>
      <p:pic>
        <p:nvPicPr>
          <p:cNvPr id="6" name="Marcador de contenido 4" descr="Logotipo&#10;&#10;Descripción generada automáticamente">
            <a:extLst>
              <a:ext uri="{FF2B5EF4-FFF2-40B4-BE49-F238E27FC236}">
                <a16:creationId xmlns:a16="http://schemas.microsoft.com/office/drawing/2014/main" id="{41AA867B-A124-D205-6DD0-B1EEFFE9D9B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" b="-6"/>
          <a:stretch/>
        </p:blipFill>
        <p:spPr>
          <a:xfrm>
            <a:off x="118554" y="-405336"/>
            <a:ext cx="1854448" cy="1854448"/>
          </a:xfrm>
          <a:custGeom>
            <a:avLst/>
            <a:gdLst/>
            <a:ahLst/>
            <a:cxnLst/>
            <a:rect l="l" t="t" r="r" b="b"/>
            <a:pathLst>
              <a:path w="4221597" h="4303912">
                <a:moveTo>
                  <a:pt x="126986" y="0"/>
                </a:moveTo>
                <a:lnTo>
                  <a:pt x="4094611" y="0"/>
                </a:lnTo>
                <a:cubicBezTo>
                  <a:pt x="4164743" y="0"/>
                  <a:pt x="4221597" y="56854"/>
                  <a:pt x="4221597" y="126986"/>
                </a:cubicBezTo>
                <a:lnTo>
                  <a:pt x="4221597" y="4176926"/>
                </a:lnTo>
                <a:cubicBezTo>
                  <a:pt x="4221597" y="4247058"/>
                  <a:pt x="4164743" y="4303912"/>
                  <a:pt x="4094611" y="4303912"/>
                </a:cubicBezTo>
                <a:lnTo>
                  <a:pt x="126986" y="4303912"/>
                </a:lnTo>
                <a:cubicBezTo>
                  <a:pt x="56854" y="4303912"/>
                  <a:pt x="0" y="4247058"/>
                  <a:pt x="0" y="4176926"/>
                </a:cubicBezTo>
                <a:lnTo>
                  <a:pt x="0" y="126986"/>
                </a:lnTo>
                <a:cubicBezTo>
                  <a:pt x="0" y="56854"/>
                  <a:pt x="56854" y="0"/>
                  <a:pt x="126986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214385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9A1681C-A2D4-8CEC-38A3-1C5643C37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1498" y="479493"/>
            <a:ext cx="5692302" cy="1325563"/>
          </a:xfrm>
        </p:spPr>
        <p:txBody>
          <a:bodyPr>
            <a:normAutofit/>
          </a:bodyPr>
          <a:lstStyle/>
          <a:p>
            <a:r>
              <a:rPr lang="es-ES" dirty="0" err="1"/>
              <a:t>What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new in BITS</a:t>
            </a:r>
          </a:p>
        </p:txBody>
      </p:sp>
      <p:sp>
        <p:nvSpPr>
          <p:cNvPr id="18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75CBF25-4C29-133F-E16E-9D86F754E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209" y="511293"/>
            <a:ext cx="4535326" cy="566567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4D46DD-C2A9-C0D7-57B3-911FDB44B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s-ES" dirty="0"/>
              <a:t>BITS </a:t>
            </a:r>
            <a:r>
              <a:rPr lang="es-ES" dirty="0" err="1"/>
              <a:t>is</a:t>
            </a:r>
            <a:r>
              <a:rPr lang="es-ES" dirty="0"/>
              <a:t> a </a:t>
            </a:r>
            <a:r>
              <a:rPr lang="es-ES" dirty="0" err="1"/>
              <a:t>gamification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lomap</a:t>
            </a:r>
            <a:r>
              <a:rPr lang="es-ES" dirty="0"/>
              <a:t>, </a:t>
            </a:r>
            <a:r>
              <a:rPr lang="es-ES" dirty="0" err="1"/>
              <a:t>where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user</a:t>
            </a:r>
            <a:r>
              <a:rPr lang="es-ES" dirty="0"/>
              <a:t> </a:t>
            </a:r>
            <a:r>
              <a:rPr lang="es-ES" dirty="0" err="1"/>
              <a:t>earns</a:t>
            </a:r>
            <a:r>
              <a:rPr lang="es-ES" dirty="0"/>
              <a:t> </a:t>
            </a:r>
            <a:r>
              <a:rPr lang="es-ES" dirty="0" err="1"/>
              <a:t>levels</a:t>
            </a:r>
            <a:r>
              <a:rPr lang="es-ES" dirty="0"/>
              <a:t> </a:t>
            </a:r>
            <a:r>
              <a:rPr lang="es-ES" dirty="0" err="1"/>
              <a:t>by</a:t>
            </a:r>
            <a:r>
              <a:rPr lang="es-ES" dirty="0"/>
              <a:t> </a:t>
            </a:r>
            <a:r>
              <a:rPr lang="es-ES" dirty="0" err="1"/>
              <a:t>creating</a:t>
            </a:r>
            <a:r>
              <a:rPr lang="es-ES" dirty="0"/>
              <a:t> </a:t>
            </a:r>
            <a:r>
              <a:rPr lang="es-ES" dirty="0" err="1"/>
              <a:t>markers</a:t>
            </a:r>
            <a:r>
              <a:rPr lang="es-ES" dirty="0"/>
              <a:t>. </a:t>
            </a:r>
            <a:r>
              <a:rPr lang="es-ES" dirty="0" err="1"/>
              <a:t>Encouraging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users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discover</a:t>
            </a:r>
            <a:r>
              <a:rPr lang="es-ES" dirty="0"/>
              <a:t> </a:t>
            </a:r>
            <a:r>
              <a:rPr lang="es-ES" dirty="0" err="1"/>
              <a:t>theplaces</a:t>
            </a:r>
            <a:endParaRPr lang="es-ES" dirty="0"/>
          </a:p>
          <a:p>
            <a:pPr>
              <a:buFontTx/>
              <a:buChar char="-"/>
            </a:pPr>
            <a:r>
              <a:rPr lang="es-ES" dirty="0" err="1"/>
              <a:t>How</a:t>
            </a:r>
            <a:r>
              <a:rPr lang="es-ES" dirty="0"/>
              <a:t> </a:t>
            </a:r>
            <a:r>
              <a:rPr lang="es-ES" dirty="0" err="1"/>
              <a:t>does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level</a:t>
            </a:r>
            <a:r>
              <a:rPr lang="es-ES" dirty="0"/>
              <a:t> </a:t>
            </a:r>
            <a:r>
              <a:rPr lang="es-ES" dirty="0" err="1"/>
              <a:t>system</a:t>
            </a:r>
            <a:r>
              <a:rPr lang="es-ES" dirty="0"/>
              <a:t> </a:t>
            </a:r>
            <a:r>
              <a:rPr lang="es-ES" dirty="0" err="1"/>
              <a:t>work</a:t>
            </a:r>
            <a:r>
              <a:rPr lang="es-ES" dirty="0"/>
              <a:t>? </a:t>
            </a:r>
          </a:p>
        </p:txBody>
      </p:sp>
      <p:pic>
        <p:nvPicPr>
          <p:cNvPr id="6" name="Marcador de contenido 4" descr="Logotipo&#10;&#10;Descripción generada automáticamente">
            <a:extLst>
              <a:ext uri="{FF2B5EF4-FFF2-40B4-BE49-F238E27FC236}">
                <a16:creationId xmlns:a16="http://schemas.microsoft.com/office/drawing/2014/main" id="{AFA246D2-CBEE-C2B0-11EE-E299E70BD41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" b="-6"/>
          <a:stretch/>
        </p:blipFill>
        <p:spPr>
          <a:xfrm>
            <a:off x="118554" y="-405336"/>
            <a:ext cx="1854448" cy="1854448"/>
          </a:xfrm>
          <a:custGeom>
            <a:avLst/>
            <a:gdLst/>
            <a:ahLst/>
            <a:cxnLst/>
            <a:rect l="l" t="t" r="r" b="b"/>
            <a:pathLst>
              <a:path w="4221597" h="4303912">
                <a:moveTo>
                  <a:pt x="126986" y="0"/>
                </a:moveTo>
                <a:lnTo>
                  <a:pt x="4094611" y="0"/>
                </a:lnTo>
                <a:cubicBezTo>
                  <a:pt x="4164743" y="0"/>
                  <a:pt x="4221597" y="56854"/>
                  <a:pt x="4221597" y="126986"/>
                </a:cubicBezTo>
                <a:lnTo>
                  <a:pt x="4221597" y="4176926"/>
                </a:lnTo>
                <a:cubicBezTo>
                  <a:pt x="4221597" y="4247058"/>
                  <a:pt x="4164743" y="4303912"/>
                  <a:pt x="4094611" y="4303912"/>
                </a:cubicBezTo>
                <a:lnTo>
                  <a:pt x="126986" y="4303912"/>
                </a:lnTo>
                <a:cubicBezTo>
                  <a:pt x="56854" y="4303912"/>
                  <a:pt x="0" y="4247058"/>
                  <a:pt x="0" y="4176926"/>
                </a:cubicBezTo>
                <a:lnTo>
                  <a:pt x="0" y="126986"/>
                </a:lnTo>
                <a:cubicBezTo>
                  <a:pt x="0" y="56854"/>
                  <a:pt x="56854" y="0"/>
                  <a:pt x="126986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13670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F1FA5F3-2C7E-0D3A-A2A3-DD443F461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s-ES" sz="5600" b="1" dirty="0" err="1">
                <a:solidFill>
                  <a:srgbClr val="FFFFFF"/>
                </a:solidFill>
              </a:rPr>
              <a:t>Quality</a:t>
            </a:r>
            <a:r>
              <a:rPr lang="es-ES" sz="5600" b="1" dirty="0">
                <a:solidFill>
                  <a:srgbClr val="FFFFFF"/>
                </a:solidFill>
              </a:rPr>
              <a:t> View</a:t>
            </a: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190B6A3B-30E2-A557-95C5-F3B485A6908E}"/>
              </a:ext>
            </a:extLst>
          </p:cNvPr>
          <p:cNvSpPr txBox="1"/>
          <p:nvPr/>
        </p:nvSpPr>
        <p:spPr>
          <a:xfrm>
            <a:off x="5941717" y="1071292"/>
            <a:ext cx="35343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 err="1"/>
              <a:t>Availability</a:t>
            </a:r>
            <a:endParaRPr lang="es-ES" sz="3200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B0E1511-FC5B-B181-109A-596ED516B533}"/>
              </a:ext>
            </a:extLst>
          </p:cNvPr>
          <p:cNvSpPr txBox="1"/>
          <p:nvPr/>
        </p:nvSpPr>
        <p:spPr>
          <a:xfrm>
            <a:off x="5941717" y="1409843"/>
            <a:ext cx="35343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 err="1"/>
              <a:t>Github</a:t>
            </a:r>
            <a:r>
              <a:rPr lang="es-ES" sz="3200" dirty="0"/>
              <a:t> Pages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26C5A7B-3CDE-F90D-572B-BCD586887367}"/>
              </a:ext>
            </a:extLst>
          </p:cNvPr>
          <p:cNvSpPr txBox="1"/>
          <p:nvPr/>
        </p:nvSpPr>
        <p:spPr>
          <a:xfrm>
            <a:off x="6429541" y="2688913"/>
            <a:ext cx="35343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Security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52AD10C-2C94-E204-007A-170B8DF47CCE}"/>
              </a:ext>
            </a:extLst>
          </p:cNvPr>
          <p:cNvSpPr txBox="1"/>
          <p:nvPr/>
        </p:nvSpPr>
        <p:spPr>
          <a:xfrm>
            <a:off x="6429541" y="3027464"/>
            <a:ext cx="35343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/>
              <a:t>SOLID </a:t>
            </a:r>
            <a:r>
              <a:rPr lang="es-ES" sz="3200" dirty="0" err="1"/>
              <a:t>Properties</a:t>
            </a:r>
            <a:endParaRPr lang="es-ES" sz="32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63B3749-9618-20E9-C52B-3EFCC8E4AD70}"/>
              </a:ext>
            </a:extLst>
          </p:cNvPr>
          <p:cNvSpPr txBox="1"/>
          <p:nvPr/>
        </p:nvSpPr>
        <p:spPr>
          <a:xfrm>
            <a:off x="5941718" y="4268483"/>
            <a:ext cx="35343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 err="1"/>
              <a:t>Usability</a:t>
            </a:r>
            <a:endParaRPr lang="es-ES" sz="3200" b="1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90D0AC4-5E91-3466-A602-52173AFDCA1A}"/>
              </a:ext>
            </a:extLst>
          </p:cNvPr>
          <p:cNvSpPr txBox="1"/>
          <p:nvPr/>
        </p:nvSpPr>
        <p:spPr>
          <a:xfrm>
            <a:off x="5941717" y="4607034"/>
            <a:ext cx="3784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/>
              <a:t>Works in </a:t>
            </a:r>
            <a:r>
              <a:rPr lang="es-ES" sz="3200" dirty="0" err="1"/>
              <a:t>all</a:t>
            </a:r>
            <a:r>
              <a:rPr lang="es-ES" sz="3200" dirty="0"/>
              <a:t> browsers</a:t>
            </a:r>
          </a:p>
        </p:txBody>
      </p:sp>
    </p:spTree>
    <p:extLst>
      <p:ext uri="{BB962C8B-B14F-4D97-AF65-F5344CB8AC3E}">
        <p14:creationId xmlns:p14="http://schemas.microsoft.com/office/powerpoint/2010/main" val="679862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1F328A9-80D6-D038-0B8D-EBE2C7E86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4716" y="739978"/>
            <a:ext cx="5334930" cy="30041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/>
              <a:t>Internal Structure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A5EF92F-BB6B-BE85-AA30-F29D62538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4715" y="3836197"/>
            <a:ext cx="5334931" cy="218921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400" dirty="0"/>
              <a:t>Serverless approach (</a:t>
            </a:r>
            <a:r>
              <a:rPr lang="en-US" sz="2400" dirty="0" err="1"/>
              <a:t>Availability,Usability</a:t>
            </a:r>
            <a:r>
              <a:rPr lang="en-US" sz="2400" dirty="0"/>
              <a:t>, Security…)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49052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697761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5" name="Marcador de contenido 4" descr="Diagrama&#10;&#10;Descripción generada automáticamente">
            <a:extLst>
              <a:ext uri="{FF2B5EF4-FFF2-40B4-BE49-F238E27FC236}">
                <a16:creationId xmlns:a16="http://schemas.microsoft.com/office/drawing/2014/main" id="{9A132EDF-EE3B-02EF-26D2-84A4D70151B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0" r="2" b="2"/>
          <a:stretch/>
        </p:blipFill>
        <p:spPr>
          <a:xfrm>
            <a:off x="631840" y="598720"/>
            <a:ext cx="5178249" cy="517824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20513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6" name="Marcador de contenido 4" descr="Logotipo&#10;&#10;Descripción generada automáticamente">
            <a:extLst>
              <a:ext uri="{FF2B5EF4-FFF2-40B4-BE49-F238E27FC236}">
                <a16:creationId xmlns:a16="http://schemas.microsoft.com/office/drawing/2014/main" id="{A431DE30-CB94-B619-9ADE-46EE2C2DE16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" b="-6"/>
          <a:stretch/>
        </p:blipFill>
        <p:spPr>
          <a:xfrm>
            <a:off x="10337552" y="5419600"/>
            <a:ext cx="1854448" cy="1854448"/>
          </a:xfrm>
          <a:custGeom>
            <a:avLst/>
            <a:gdLst/>
            <a:ahLst/>
            <a:cxnLst/>
            <a:rect l="l" t="t" r="r" b="b"/>
            <a:pathLst>
              <a:path w="4221597" h="4303912">
                <a:moveTo>
                  <a:pt x="126986" y="0"/>
                </a:moveTo>
                <a:lnTo>
                  <a:pt x="4094611" y="0"/>
                </a:lnTo>
                <a:cubicBezTo>
                  <a:pt x="4164743" y="0"/>
                  <a:pt x="4221597" y="56854"/>
                  <a:pt x="4221597" y="126986"/>
                </a:cubicBezTo>
                <a:lnTo>
                  <a:pt x="4221597" y="4176926"/>
                </a:lnTo>
                <a:cubicBezTo>
                  <a:pt x="4221597" y="4247058"/>
                  <a:pt x="4164743" y="4303912"/>
                  <a:pt x="4094611" y="4303912"/>
                </a:cubicBezTo>
                <a:lnTo>
                  <a:pt x="126986" y="4303912"/>
                </a:lnTo>
                <a:cubicBezTo>
                  <a:pt x="56854" y="4303912"/>
                  <a:pt x="0" y="4247058"/>
                  <a:pt x="0" y="4176926"/>
                </a:cubicBezTo>
                <a:lnTo>
                  <a:pt x="0" y="126986"/>
                </a:lnTo>
                <a:cubicBezTo>
                  <a:pt x="0" y="56854"/>
                  <a:pt x="56854" y="0"/>
                  <a:pt x="126986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34551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DC833B7-ABBA-516F-E999-38A8123284E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r="42222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D79AB5B-C7FB-C260-6E44-C68F49A7C4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Testing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9B9FCAE-5530-6A19-5A2D-C1C5A5BA55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endParaRPr lang="es-ES">
              <a:solidFill>
                <a:srgbClr val="FFFFFF"/>
              </a:solidFill>
            </a:endParaRPr>
          </a:p>
        </p:txBody>
      </p:sp>
      <p:pic>
        <p:nvPicPr>
          <p:cNvPr id="6" name="Marcador de contenido 4" descr="Logotipo&#10;&#10;Descripción generada automáticamente">
            <a:extLst>
              <a:ext uri="{FF2B5EF4-FFF2-40B4-BE49-F238E27FC236}">
                <a16:creationId xmlns:a16="http://schemas.microsoft.com/office/drawing/2014/main" id="{735FC3F4-EE13-1324-515E-C4F4F83D007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" b="-6"/>
          <a:stretch/>
        </p:blipFill>
        <p:spPr>
          <a:xfrm>
            <a:off x="118554" y="-405336"/>
            <a:ext cx="1854448" cy="1854448"/>
          </a:xfrm>
          <a:custGeom>
            <a:avLst/>
            <a:gdLst/>
            <a:ahLst/>
            <a:cxnLst/>
            <a:rect l="l" t="t" r="r" b="b"/>
            <a:pathLst>
              <a:path w="4221597" h="4303912">
                <a:moveTo>
                  <a:pt x="126986" y="0"/>
                </a:moveTo>
                <a:lnTo>
                  <a:pt x="4094611" y="0"/>
                </a:lnTo>
                <a:cubicBezTo>
                  <a:pt x="4164743" y="0"/>
                  <a:pt x="4221597" y="56854"/>
                  <a:pt x="4221597" y="126986"/>
                </a:cubicBezTo>
                <a:lnTo>
                  <a:pt x="4221597" y="4176926"/>
                </a:lnTo>
                <a:cubicBezTo>
                  <a:pt x="4221597" y="4247058"/>
                  <a:pt x="4164743" y="4303912"/>
                  <a:pt x="4094611" y="4303912"/>
                </a:cubicBezTo>
                <a:lnTo>
                  <a:pt x="126986" y="4303912"/>
                </a:lnTo>
                <a:cubicBezTo>
                  <a:pt x="56854" y="4303912"/>
                  <a:pt x="0" y="4247058"/>
                  <a:pt x="0" y="4176926"/>
                </a:cubicBezTo>
                <a:lnTo>
                  <a:pt x="0" y="126986"/>
                </a:lnTo>
                <a:cubicBezTo>
                  <a:pt x="0" y="56854"/>
                  <a:pt x="56854" y="0"/>
                  <a:pt x="126986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1517827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6F1F2C8-798B-4CCE-A851-94AFAF350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4B1F697-F814-4538-4CE3-5F7873406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908" y="1220919"/>
            <a:ext cx="5425781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Coverage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F1B9AE-50E1-9E2C-2414-391CFF3ED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908" y="3700594"/>
            <a:ext cx="5425781" cy="165576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Coverage objective was not achieved sadly. It reached 46%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55E9CD0-04B0-4A3C-B291-AD913379C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DD8BF3B-6066-418C-8D1A-75C5E396F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80BC66F9-7A74-4286-AD22-1174052CC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02394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8142CC3-2B5C-48E6-9DF0-6C8ACBAF2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B2D303B-3DD0-4319-9EAD-361847FEC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6A89C79-8EF3-4AF9-B3D9-59A883F41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EFE5CE34-4543-42E5-B82C-1F3D12422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72AF41FE-63D7-4695-81D2-66D2510E4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187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5EBC18B6-E5C3-4AD1-97A4-E6A3477A0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71895F-5665-D62C-867C-1C3F7F0C0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78992"/>
            <a:ext cx="6272784" cy="1545336"/>
          </a:xfrm>
        </p:spPr>
        <p:txBody>
          <a:bodyPr anchor="b">
            <a:normAutofit/>
          </a:bodyPr>
          <a:lstStyle/>
          <a:p>
            <a:r>
              <a:rPr lang="es-ES" sz="5200" b="1" dirty="0" err="1"/>
              <a:t>Gatlin</a:t>
            </a:r>
            <a:endParaRPr lang="es-ES" sz="5200" b="1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36A4AB6-B72B-4CC6-ADCF-BE807B6C3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0392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3CCE9A9-2846-7AF7-4CB8-64B7A6709B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93"/>
          <a:stretch/>
        </p:blipFill>
        <p:spPr>
          <a:xfrm>
            <a:off x="7684008" y="1"/>
            <a:ext cx="4507992" cy="224028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B35D540D-9486-4236-952A-F72DC52D79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1792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D84331-EFB2-B47F-A322-FF94F57CB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3355848"/>
            <a:ext cx="6272784" cy="2825496"/>
          </a:xfrm>
        </p:spPr>
        <p:txBody>
          <a:bodyPr>
            <a:normAutofit/>
          </a:bodyPr>
          <a:lstStyle/>
          <a:p>
            <a:r>
              <a:rPr lang="es-ES" dirty="0" err="1"/>
              <a:t>Surprising</a:t>
            </a:r>
            <a:r>
              <a:rPr lang="es-ES" dirty="0"/>
              <a:t> </a:t>
            </a:r>
            <a:r>
              <a:rPr lang="es-ES" dirty="0" err="1"/>
              <a:t>effect</a:t>
            </a:r>
            <a:r>
              <a:rPr lang="es-ES" dirty="0"/>
              <a:t> </a:t>
            </a:r>
            <a:r>
              <a:rPr lang="es-ES" dirty="0" err="1"/>
              <a:t>on</a:t>
            </a:r>
            <a:r>
              <a:rPr lang="es-ES" dirty="0"/>
              <a:t> </a:t>
            </a:r>
            <a:r>
              <a:rPr lang="es-ES" dirty="0" err="1"/>
              <a:t>simultaneous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</a:t>
            </a:r>
            <a:r>
              <a:rPr lang="es-ES" dirty="0" err="1"/>
              <a:t>failure</a:t>
            </a:r>
            <a:r>
              <a:rPr lang="es-ES" dirty="0"/>
              <a:t>.</a:t>
            </a:r>
          </a:p>
          <a:p>
            <a:r>
              <a:rPr lang="es-ES" dirty="0"/>
              <a:t>Good </a:t>
            </a:r>
            <a:r>
              <a:rPr lang="es-ES" dirty="0" err="1"/>
              <a:t>results</a:t>
            </a:r>
            <a:r>
              <a:rPr lang="es-ES" dirty="0"/>
              <a:t> in more </a:t>
            </a:r>
            <a:r>
              <a:rPr lang="es-ES" dirty="0" err="1"/>
              <a:t>realistic</a:t>
            </a:r>
            <a:r>
              <a:rPr lang="es-ES" dirty="0"/>
              <a:t> </a:t>
            </a:r>
            <a:r>
              <a:rPr lang="es-ES" dirty="0" err="1"/>
              <a:t>simulation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C70791D-C41B-7465-3DAB-368D63BE29C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103"/>
          <a:stretch/>
        </p:blipFill>
        <p:spPr>
          <a:xfrm>
            <a:off x="7684008" y="2308860"/>
            <a:ext cx="4507992" cy="224028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DC7220D-3330-EF6F-E047-F78B5F4633E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103"/>
          <a:stretch/>
        </p:blipFill>
        <p:spPr>
          <a:xfrm>
            <a:off x="7684008" y="4617720"/>
            <a:ext cx="4507992" cy="224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679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36CA75-CFBF-4844-B719-8FE9EBADA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4A84B9-E564-4DD0-97F8-DBF1C460C2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2382E0-0A09-46AE-B955-B911CAFE7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E75D4A-0965-4973-BE75-DECCAC9A9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A599609-F5C2-4A0B-A992-913F814A63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" y="0"/>
            <a:ext cx="12181172" cy="6858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2F8518C-49CF-CBA2-64FE-1E4B3A97C0B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60000"/>
          </a:blip>
          <a:srcRect r="13355" b="-1"/>
          <a:stretch/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21965E3-D5FF-D4D8-18DD-6162C9315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965" y="552807"/>
            <a:ext cx="9801854" cy="2790331"/>
          </a:xfrm>
        </p:spPr>
        <p:txBody>
          <a:bodyPr anchor="b">
            <a:normAutofit/>
          </a:bodyPr>
          <a:lstStyle/>
          <a:p>
            <a:pPr algn="ctr"/>
            <a:r>
              <a:rPr lang="es-ES" sz="8000" dirty="0">
                <a:solidFill>
                  <a:srgbClr val="FFFFFF"/>
                </a:solidFill>
                <a:latin typeface="Arial Black" panose="020B0A04020102020204" pitchFamily="34" charset="0"/>
              </a:rPr>
              <a:t>Demo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C5A6A8-96FF-8DC8-0152-A608A82AF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1966" y="3510476"/>
            <a:ext cx="9801854" cy="2614231"/>
          </a:xfrm>
        </p:spPr>
        <p:txBody>
          <a:bodyPr anchor="t">
            <a:normAutofit/>
          </a:bodyPr>
          <a:lstStyle/>
          <a:p>
            <a:pPr algn="ctr"/>
            <a:r>
              <a:rPr lang="es-ES" dirty="0" err="1">
                <a:solidFill>
                  <a:srgbClr val="FFFFFF"/>
                </a:solidFill>
              </a:rPr>
              <a:t>Documentation</a:t>
            </a:r>
            <a:r>
              <a:rPr lang="es-ES" dirty="0">
                <a:solidFill>
                  <a:srgbClr val="FFFFFF"/>
                </a:solidFill>
              </a:rPr>
              <a:t>: andrrsin.github.io/lomap_2.0/</a:t>
            </a:r>
            <a:r>
              <a:rPr lang="es-ES" dirty="0" err="1">
                <a:solidFill>
                  <a:srgbClr val="FFFFFF"/>
                </a:solidFill>
              </a:rPr>
              <a:t>documentation</a:t>
            </a:r>
            <a:endParaRPr lang="es-ES" dirty="0">
              <a:solidFill>
                <a:srgbClr val="FFFFFF"/>
              </a:solidFill>
            </a:endParaRPr>
          </a:p>
          <a:p>
            <a:pPr algn="ctr"/>
            <a:r>
              <a:rPr lang="es-ES" dirty="0" err="1">
                <a:solidFill>
                  <a:srgbClr val="FFFFFF"/>
                </a:solidFill>
              </a:rPr>
              <a:t>Deployed</a:t>
            </a:r>
            <a:r>
              <a:rPr lang="es-ES" dirty="0">
                <a:solidFill>
                  <a:srgbClr val="FFFFFF"/>
                </a:solidFill>
              </a:rPr>
              <a:t> Web: andrrsin.github.io/lomap_2.0/</a:t>
            </a:r>
          </a:p>
        </p:txBody>
      </p:sp>
    </p:spTree>
    <p:extLst>
      <p:ext uri="{BB962C8B-B14F-4D97-AF65-F5344CB8AC3E}">
        <p14:creationId xmlns:p14="http://schemas.microsoft.com/office/powerpoint/2010/main" val="22728698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7B64109B-166F-9D5A-D7CD-F2BD3559C0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alphaModFix amt="50000"/>
          </a:blip>
          <a:srcRect t="248" r="-1" b="169"/>
          <a:stretch/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36BAA82-2B50-A357-CE84-DF4EE46BF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3"/>
            <a:ext cx="9144000" cy="3063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>
                <a:solidFill>
                  <a:schemeClr val="bg1"/>
                </a:solidFill>
              </a:rPr>
              <a:t>Thank You!</a:t>
            </a:r>
          </a:p>
        </p:txBody>
      </p:sp>
      <p:sp>
        <p:nvSpPr>
          <p:cNvPr id="22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2254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5250C2914D6A44EB8B1360EF200ADE2" ma:contentTypeVersion="14" ma:contentTypeDescription="Crear nuevo documento." ma:contentTypeScope="" ma:versionID="e7b74e9d7e728daee3a4cf990b61d533">
  <xsd:schema xmlns:xsd="http://www.w3.org/2001/XMLSchema" xmlns:xs="http://www.w3.org/2001/XMLSchema" xmlns:p="http://schemas.microsoft.com/office/2006/metadata/properties" xmlns:ns3="9a7d6fcb-db1b-47d2-8e42-e46870cf4fef" xmlns:ns4="7ed75bf0-5450-4ea2-a928-6c43a4cfe60e" targetNamespace="http://schemas.microsoft.com/office/2006/metadata/properties" ma:root="true" ma:fieldsID="40b990df17cb7df0828d61a50e3c0e1a" ns3:_="" ns4:_="">
    <xsd:import namespace="9a7d6fcb-db1b-47d2-8e42-e46870cf4fef"/>
    <xsd:import namespace="7ed75bf0-5450-4ea2-a928-6c43a4cfe60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7d6fcb-db1b-47d2-8e42-e46870cf4f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d75bf0-5450-4ea2-a928-6c43a4cfe60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a7d6fcb-db1b-47d2-8e42-e46870cf4fef" xsi:nil="true"/>
  </documentManagement>
</p:properties>
</file>

<file path=customXml/itemProps1.xml><?xml version="1.0" encoding="utf-8"?>
<ds:datastoreItem xmlns:ds="http://schemas.openxmlformats.org/officeDocument/2006/customXml" ds:itemID="{58C6A762-1C19-4A93-A68F-4816F02CBE8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911AE9A-3FD9-43CB-AF96-EE8F1A78793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a7d6fcb-db1b-47d2-8e42-e46870cf4fef"/>
    <ds:schemaRef ds:uri="7ed75bf0-5450-4ea2-a928-6c43a4cfe60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1378D9-9EA4-42B3-936F-52F13F000FA8}">
  <ds:schemaRefs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  <ds:schemaRef ds:uri="7ed75bf0-5450-4ea2-a928-6c43a4cfe60e"/>
    <ds:schemaRef ds:uri="9a7d6fcb-db1b-47d2-8e42-e46870cf4fef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834</TotalTime>
  <Words>142</Words>
  <Application>Microsoft Office PowerPoint</Application>
  <PresentationFormat>Panorámica</PresentationFormat>
  <Paragraphs>39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Arial</vt:lpstr>
      <vt:lpstr>Arial Black</vt:lpstr>
      <vt:lpstr>Calibri</vt:lpstr>
      <vt:lpstr>Calibri Light</vt:lpstr>
      <vt:lpstr>Tema de Office</vt:lpstr>
      <vt:lpstr>Presentación de PowerPoint</vt:lpstr>
      <vt:lpstr>Contents</vt:lpstr>
      <vt:lpstr>Requirements</vt:lpstr>
      <vt:lpstr>Requirements</vt:lpstr>
      <vt:lpstr>Technologies</vt:lpstr>
      <vt:lpstr>General Aspects</vt:lpstr>
      <vt:lpstr>What is new in BITS</vt:lpstr>
      <vt:lpstr>Quality View</vt:lpstr>
      <vt:lpstr>Internal Structure</vt:lpstr>
      <vt:lpstr>Testing</vt:lpstr>
      <vt:lpstr>Coverage</vt:lpstr>
      <vt:lpstr>Gatlin</vt:lpstr>
      <vt:lpstr>Demo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Andrés Cadenas Blanco</dc:creator>
  <cp:lastModifiedBy>Andrés Cadenas Blanco</cp:lastModifiedBy>
  <cp:revision>1</cp:revision>
  <dcterms:created xsi:type="dcterms:W3CDTF">2023-07-03T11:45:25Z</dcterms:created>
  <dcterms:modified xsi:type="dcterms:W3CDTF">2023-07-04T01:53:34Z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0x010100A5250C2914D6A44EB8B1360EF200ADE2</vt:lpwstr>
  </property>
</Properties>
</file>